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B2A4A"/>
                </a:solidFill>
                <a:latin typeface="Calibri"/>
              </a:rPr>
              <a:t>Trust &amp; Verification for Agentic Code</a:t>
            </a:r>
          </a:p>
          <a:p>
            <a:pPr algn="l"/>
            <a:r>
              <a:rPr sz="2600" b="0" i="0">
                <a:solidFill>
                  <a:srgbClr val="2C3E6B"/>
                </a:solidFill>
                <a:latin typeface="Calibri"/>
              </a:rPr>
              <a:t>Notes &amp; Synthesis from the Roundtable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Koushik Sen</a:t>
            </a:r>
          </a:p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EECS Department, UC Berkeley</a:t>
            </a:r>
          </a:p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ksen@berkeley.edu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"Trust is earned through evidence — testing, verification, and a process that works."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Defining Trust &amp; the 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Agree on what is to be implemented before judging whether code complies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Functional vs Non-Functional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Functional requirements define what the system does; non-functional requirements define how it must be — performance, security, reliability, usability (the quality "-ilities").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Trust = Justified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Trust is justified confidence that code meets the intended behavior under both functional and non-functional requirements — not a feeling, but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Humans Write Buggy Code Too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Human developers introduce defects: industry studies report on the order of 15–50 defects per 1,000 lines of delivered code (McConnell, Code Complete). The bar is evidence, not perfection.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Tools Are Not Well-Rounded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Current agent tooling is immature and incomplete — coverage gaps across languages, verification back-ends, and non-functional checks. Trust must account for these blind spots.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Mental Model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 shared mental model of what is to be implemented is the prerequisite for trust: capture intent explicitly so compliance can be checked against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Requirements as Source of 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Requirements remain the authoritative, stable reference. Specs and code adapt to requirements — never the reverse.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Validating the Trust of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Combine dynamic and formal evidence — and guard against vacuous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Dynamic checks exercise real behavior. Generate integration and end-to-end tests directly from specifications to turn intent into executable, repeatable checks.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Formal verification proves the implementation meets its specification, giving exhaustive guarantees where testing can only sample the input space.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Beware Vacuous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Agents may produce vacuously-true specs or proofs — true for a trivial reason (cf. vacuity in model checking, Beer et al. 2001: "every request is followed by a grant" holds if no request ever occurs).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Critic &amp; Adversarial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Expose weak or vacuous specifications with critic agents, mutation testing, and adversarial witnesses before a spec is trusted.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Coverage of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Evidence must be non-trivial and diverse: reward distinct, meaningful properties rather than pass/fail counts that can be gamed by weak specs.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Verification + Validation (Boehm)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Verification asks "are we building the product right?"; validation asks "are we building the right product?" Neither alone suffices — together they give production assurance.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Trustworthiness of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Build trust at training time, then guide it at inference with a sound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Training vs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Trust can be cultivated at training time (data, objectives) and enforced at inference time (process, guardrails, verification). Both levers matter.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Use a Process That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Rely on a reproducible engineering process — plan, implement, test, review, verify — rather than one-off luck from a single generation.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Improve the Chain of Thought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Stronger intermediate reasoning improves reliability. Chain-of-thought prompting (Wei et al., 2022) markedly improves complex reasoning in large models.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Take Inspiration from Humans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Mirror proven human practices: incremental development, code review, testing, and reflection — processes that already produce trustworthy software.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Self-Improving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Let agents learn from execution traces and feedback. RL on verifiable tasks (DeepSeek-R1, 2025) elicits self-reflection and verification without human-labeled trajectories.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Calibrated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 trustworthy model signals its uncertainty — surfacing low confidence so that humans and verifiers can intervene where it matters.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General-Purpose vs Trained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Should we be training models at all — or guiding capable general ones?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Should We Train at All?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The open question: is fine-tuning worth it, or do strong general-purpose models plus good context and process already deliver the needed capability?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General-Purpose Strength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Frontier models are broadly capable and improving fast; inference cost for a fixed capability fell over 280× from 2022 to 2024 (Stanford AI Index 2025).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Guide Inference with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Often the cheaper lever is steering a general model with skills, prompts, and context — adapting behavior without retraining.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Cost &amp; Risk of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Fine-tuning is expensive and data-hungry, and can overfit or regress general capabilities. It must clear a high bar to be worthwhile.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When Training Helps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Targeted training pays off for genuine domain gaps — specialized verification, rare languages, or proprietary patterns a general model cannot reach.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Data Quality Over Tweaks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Better data often beats more training: phi-1 ("Textbooks Are All You Need", 2023) matched models 10× larger using textbook-quality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Security, Privacy &amp; Data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Guardrails at inference, and the data-vs-RL question for building 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Security &amp; Privacy Concerns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Agents touch sensitive code and data and face real risks — prompt injection, data exfiltration, and unsafe actions (OWASP LLM / AI-Agent Top-10).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Solve with Skills at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Guardrail skills steer the model at inference time — input/output filtering, content isolation, policy enforcement — mitigating risk without retraining.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Data Quality &amp; Quantity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Increasing both the quality and quantity of data is the most reliable path forward; high-quality data delivers disproportionate gains per token.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Data vs RL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Weigh supervised data pipelines against reinforcement learning. RL on verifiable rewards (math, code, proofs) can grow reasoning where labels are scarce.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Are Existing Tools Enough?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Today's tooling may not supply rich enough verification signals — a gap to close before pipelines can be fully trusted.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Verify the Trajectories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Verify the agent's trajectory, not just its final output, and tweak prompts to make non-functional requirements explicit throughout.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Benchmarks, Academia &amp;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Measure trust, not just pass/fail — and keep academia in the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Vary Existing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Build trust- and verification-focused variations of established benchmarks such as SWE-bench (2,294 real GitHub issues, 12 repos; Jimenez et al., ICLR 2024).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Measure Trust, Not Pass/Fail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Benchmarks should reward invariant quality, spec diversity, and non-functional compliance — not only whether a test suite turns green.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Academia–Industry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 2024 nearly 90% of notable AI models came from industry (up from 60% in 2023), while academia still leads highly-cited research (Stanford AI Index 2025).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Open Problems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Spec inference, vacuity detection, and evaluating non-functional requirements remain hard, unsolved challenges worth shared effort.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Talent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There are too few formal-methods experts; the talent pipeline limits how fast trustworthy verification can scale.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Support for Academia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Sustained support — compute, data access, and funding — is needed for academia to continue excelling alongside industry.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Summary: Earning Trust in Agentic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Key takeaways from the roundtable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Trust =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Trust is justified confidence under functional and non-functional requirements — earned through testing, verification, and a sound process.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Guard Against Vacuity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74519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Validate with tests, proofs, and critic/adversarial agents; reject vacuously-true specs that pass for trivial reasons.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Process Over Luck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Reproducible, human-inspired workflows and stronger chains of thought beat one-shot generation.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200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15468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Guide, Don't Always 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52044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Prefer steering capable general models with skills and context; train only for real, specialized gaps.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Data &amp; Safety at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Quality data and inference-time guardrails address capability, security, and privacy without costly retraining.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4846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800600"/>
            <a:ext cx="5202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Benchmarks + Collaboration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166360"/>
            <a:ext cx="52029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Trust-aware benchmark variants and strong academia–industry collaboration are needed to keep advancing.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