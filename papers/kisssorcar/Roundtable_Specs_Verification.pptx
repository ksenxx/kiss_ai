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B2A4A"/>
                </a:solidFill>
              </a:rPr>
              <a:t>Specs, Intent &amp; Agentic Verification</a:t>
            </a:r>
          </a:p>
          <a:p>
            <a:r>
              <a:rPr sz="2600">
                <a:solidFill>
                  <a:srgbClr val="2C3E6B"/>
                </a:solidFill>
              </a:rPr>
              <a:t>Notes &amp; Synthesis from the Roundtable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2A4A"/>
                </a:solidFill>
              </a:rPr>
              <a:t>Koushik Sen</a:t>
            </a:r>
          </a:p>
          <a:p>
            <a:r>
              <a:rPr sz="1600" b="0">
                <a:solidFill>
                  <a:srgbClr val="6B7280"/>
                </a:solidFill>
              </a:rPr>
              <a:t>EECS Department, UC Berkeley</a:t>
            </a:r>
          </a:p>
          <a:p>
            <a:r>
              <a:rPr sz="1600" b="0">
                <a:solidFill>
                  <a:srgbClr val="6B7280"/>
                </a:solidFill>
              </a:rPr>
              <a:t>ksen@berkeley.edu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B7280"/>
                </a:solidFill>
              </a:rPr>
              <a:t>"Requirements are the source of truth — the agent takes the intent, and the code must comply with the intent."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Specs &amp; Abstraction: Intent Is What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The specification language is secondary — the intent it captures is primary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Many Languages, One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TLA+ (Lamport: model design before code), Lean, Rocq, or natural language — the abstraction layer matters less than the intent it expresses.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Intent Drives the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The agent takes the intent and the code is made to comply with that intent — code is judged by whether it satisfies the intended behavior.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Requirements = Source of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Requirements are authoritative and stable; you do not change requirements to make code pass. Specs/code adapt to requirements, not vice versa.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Spec vs.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 spec is a formal restatement of intent; requirements sit above it. Conflating the two leads to drifting goalposts during verification.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Formal &amp; Informal Coexist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TLA+ has TLC model checking + TLAPS proofs; Lean has a minimal trusted kernel. Choice depends on the property, not on dogma.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Design-level errors are the hardest and most expensive to fix in code (Lamport). Capturing intent early prevents costly downstream defects.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Two Open Questions on Spec–Code Co-Evolution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Keeping specifications and implementations consistent over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1. Keeping Spec &amp; Code In-Line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How do you keep a specification and its implementation consistent together as both evolve? Drift between them silently invalidates prior proofs.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Consistency Is Closed-Loop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Approaches like Clover (Lahiri et al.) check mutual consistency among code, docstring/spec, and formal annotations to detect divergence.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Cost of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Once spec and code diverge, verification results no longer describe the running system — the proof certifies a program you are no longer shipping.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2. Two Trigger Points to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Specs change for two distinct reasons that must be handled separately and explicitly.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Prompt → Spec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 change in the human prompt/intent should propagate forward into the specification.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Code → Spec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 change in the implementation may force the spec to be revisited — but never the requirements, which remain fixed.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Intent at Every Level: Local Is the Hardest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Global intent is usually understood; unit-level intent is where it breaks 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Global Intent Is 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At the system level the goal is generally well understood and easy to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Structure Exposes 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Once the problem is decomposed, articulating intent for each method and each loop becomes much harder.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Documenting on the Fly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Coming up with and documenting local intent during development is very difficult — it is the hardest part of the workflow.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Symbolic Techniques Fill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Because local intent resists informal documentation, symbolic techniques (loop invariants, pre/post-conditions) capture it formally.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Loop Invariant as Abstract Spec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 loop invariant holds before and after each iteration (Floyd–Hoare) — a more abstract specification of the loop's purpose than its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File-Level Spec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Generating specs at the file level is a practical middle ground between unreadable per-line intent and vague system goals.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Spec Inference Is 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Inferring invariants and pre/post-conditions is the central open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The Core Difficulty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Inferring invariants and pre/post-conditions is the biggest challenge — finding inductive invariants is undecidable in general.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LLMs Struggle with Invariants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Models generate candidate invariants then check inductiveness with a verifier (arXiv 2311.07948, Microsoft/IIT). Invariants are notoriously hard to generate.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Easy vs. Complex Specs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GPT-class models produce easy specs but falter on complex logic; generated specs are often too weak and not diverse enough.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Proof Search &amp; Strengthening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Verification becomes a proof-search problem; one tactic is to evolve and strengthen the invariant until it is inductive (Lean, Rocq).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Abstract Domains + Dependencies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Agents can generate lemmas in pre-curated abstract domains, combined with program-dependency analysis (A→B) to infer what to prove for 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Online vs. Offline + Contracts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Online lemma strengthening beats limited offline approaches; function contracts for external functions enable proving properties at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Agentic Program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Agents that infer specs, refine them, and learn from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Linux Component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Abhik Roychoudhury (NUS) wrote a paper on agentic program verification — verifying a Linux component with an agentic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Critic Agent + Adversarial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Spec refinement uses a critic agent with adversarial testing to expose weak or incorrect specifications before they are trusted.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Agentic Spec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Combine dependency analysis, curated abstract domains, and online strengthening into an agent that infers specs rather than hand-writing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Learning from Dynamic Traces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Programs can be learned from dynamic execution traces; the agent improves from its own observed runs.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Traces → Formalization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Dynamic traces help formalize behavior — a path toward formalizing the semantics of common, widely-used languages.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Self-Improving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An agent that tries to improve from its own learning closes the loop between observed behavior and stronger specifications.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Formal Verification at Scale in 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Verifying large systems with proof assistants — with and without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Linux File-System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Large parts of Linux can be verified without an agentic approach, using Rocq (formerly Coq) and Lean proof assistants.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FSCQ Precedent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FSCQ (MIT, SOSP 2015) was the first file system with a machine-checked proof of crash-safety, verified in Coq.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Whole-System Theorems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The goal is to prove a theorem about the entire system, decomposing it into unit-level lemmas.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Proof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Scaling verification is fundamentally a proof-search problem over tactics and lemmas in the proof assistant.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Program Analysis for Lemmas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Program analysis identifies which units supply the lemmas needed to discharge the system-level theorem.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Tooling Maturity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Rocq (Four Color Theorem, CompCert) and Lean (Mathlib, Veil) show proof assistants are production-capable at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Do We Need to Verify Everything?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Where proof is required, and where converging evidence suffices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Safety-Critical: 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Formal proof is needed for safety-critical systems where failure is catastrophic and exhaustive guarantees are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Web Apps: Maybe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For typical web applications, full formal verification may not be warranted — the cost can exceed the risk.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Match Rigor to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Decide per component where proof is needed and where it is not, rather than applying one standard everywhere.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Converging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When a proof does not succeed, agents can fall back to tests and code reviews, combined as converging evidence of correctness.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Tests from Specs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Generate integration and end-to-end tests directly from specifications, turning intent into executable checks.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Pragmatic Assurance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Proof, testing, and review are complementary signals; the engineering question is how to combine them efficiently.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Verification + Validation (Boehm)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Building the product right vs. building the right 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"Are we building the product right?" — does the implementation meet its specification, with no bugs or gaps?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"Are we building the right product?" — does the product meet the high-level requirements and its intended purpose?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Neither Alone Suffices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Verification alone is not enough; validation alone is not enough — combined, they are good enough for production assurance.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Partitioning V&amp;V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 key open question: how to partition the verification and validation tasks for any given production 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Scalability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Formal verification is increasingly scalable in modern systems, making the V/V split a practical engineering decision.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Converging Assurance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Treat V&amp;V as complementary evidence streams that together cover both correctness and fitness-for-purpose.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The Right Level of Abstraction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From top-level truth down to primitives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Top-Level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The truth lives at the top-level abstraction — e.g., expecting linearizability from a concurrent data 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Layered Downward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From the top-level abstraction you descend through increasingly lower levels of abstraction to the primitives.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Single Spec → 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 single specification is decomposed into concrete properties that must be proved at each layer.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Full Certification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Software fully certified means a full guarantee — every layer's obligations are discharged down to the primitives.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Pick the Property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Choosing the right level at which to state and prove a property is itself a core design decision.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Primitives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Correctness composes from verified primitives upward to the top-level guarantee.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The Compiler Case: The Program Is the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A compiler's specification is the calculus behind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Functionality Is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For a compiler, the functionality does not change much over time — the transformation contract is well established.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Program = Input =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As far as the compiler is concerned, the program is the input, and the program effectively is the spec to preserve.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Spec = the Calculus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The compiler's specification is the calculus/semantics behind it — the formal rules of semantic preservation.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Change Spec → Change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If you change the spec (the semantics), the set of valid optimizations changes accordingly.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CompCert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CompCert (Leroy &amp; Blazy, INRIA) is a formally verified optimizing C compiler proved in Rocq — generated assembly provably matches the source.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Enough Machinery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With the calculus formalized, you have enough machinery to re-derive correctness when the spec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Teaching &amp; Community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Skills, people, and benchmarks the field 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Teaching Spec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What must software-engineering students learn about spec inference? It is hard to teach without working inside these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Writing Good Specs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The practical skill — how to write good specifications and invariants — is acquired largely through hands-on system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Too Few Experts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There are not enough formal-methods people; the talent pipeline limits how fast verification can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Right Benchmarks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The community should focus on building the right benchmarks for spec inference and agentic verification.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Invariants Are Hard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Invariants are notoriously hard to generate; benchmarks must measure invariant quality, not just pass/fail.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Diversity of Specs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LLM-generated specs are often not diverse enough — evaluation should reward coverage of distinct, non-trivial properties.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Summary: Intent, Inference, and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Key takeaways from the roundtable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Intent Over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TLA+, Lean, Rocq, or natural language — capture the intent; requirements stay the immutable source of truth.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Local Intent Is the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Per-method and per-loop intent is the hardest; symbolic invariants and spec inference fill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Spec Inference Is Central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Invariants and pre/post-conditions are the key challenge — agents combine abstract domains, dependencies, and online strengthening.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2801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3444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Agentic Verification Is Emerging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50876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Critic agents, adversarial testing, and learning from dynamic traces push verification toward automation.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031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05740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Match Rigor to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Prove safety-critical systems; use tests + reviews as converging evidence elsewhere; generate tests from specs.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9260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5202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V&amp;V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154680"/>
            <a:ext cx="52029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Verification + validation, combined, give adequate assurance — neither alone is enough.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